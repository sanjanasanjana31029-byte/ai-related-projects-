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822960" cy="7315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ResiPulse AI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Complaint Management &amp; Priority Prediction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system that reads hostel complaints, predicts how urgent they are, and helps wardens act on the right issue first.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23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A. Sanjana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ML Department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slow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arrive as free text and are read one by one. Urgent issues can sit unseen in the pile.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prioritisation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830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sparking socket and a cold meal look the same in a list, so wardens must judge urgency by hand.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5603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reports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830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students report the same fault, creating duplicates and hiding recurring problems.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Water, Electricity, Food, Wi-Fi, Cleaning, Maintenance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prediction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Low, Medium, High or Emergency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23444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783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how frustrated the student 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3464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similar complaints together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283464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summary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one-line summary for the warden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83464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971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time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3832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 to fix each issue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202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writes the complaint in plain text with block and room.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468880" cy="237744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AI processing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19202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priority, sentiment, duplicate match, summary and time estimate.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4688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Output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920240"/>
            <a:ext cx="2103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warden queue, merged duplicates and analytics.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→  AI processing  →  Output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or React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3444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7830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Flask or FastAPI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NLP, TF-IDF + Logistic Regression, Random Forest or a transformer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880360"/>
            <a:ext cx="3840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or Firebase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Dashboard &amp; 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0" y="47091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queue sorted by predicted priority, then frustration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Emergency, High, Medium, Low and Open complaints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status updates: Open, In progress, Resolved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insights: most frequent problems, busiest block, duplicates linked, average ETA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280160"/>
            <a:ext cx="2926080" cy="29260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4173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demo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828800"/>
            <a:ext cx="2560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in the browser using lightweight rule-based stand-ins (keyword scoring, Jaccard similarity). In production, each step becomes a trained scikit-learn model behind a FastAPI endpoint.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fairer hostel complaint handling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ResiPulse AI turns free-text complaints into prioritised, actionable tasks.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and emergency issues reach the warden first.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 and analytics reveal recurring problems.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train real ML models and deploy with a FastAPI backend.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ResiPulse AI</dc:title>
  <dc:subject>PptxGenJS Presentation</dc:subject>
  <dc:creator>A. Sanjana</dc:creator>
  <cp:lastModifiedBy>A. Sanjana</cp:lastModifiedBy>
  <cp:revision>1</cp:revision>
  <dcterms:created xsi:type="dcterms:W3CDTF">2026-10-07T14:57:01Z</dcterms:created>
  <dcterms:modified xsi:type="dcterms:W3CDTF">2026-10-07T14:57:01Z</dcterms:modified>
</cp:coreProperties>
</file>